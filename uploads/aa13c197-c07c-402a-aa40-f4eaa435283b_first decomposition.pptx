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65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52FC-8CEA-4CC5-8A3A-81654DC4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54206-0E62-4CBF-AE9A-21EDA5882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A3838-BDC1-4210-80CD-1C962FF6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B7A23-9411-43DF-AE2E-FC8CFE7F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070CC-4764-4C31-9BCB-255E4FF4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9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BDAF-4C90-4E24-B066-A28C988C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D7488-DDA6-42C3-B94D-7B8A34CF4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8538-C702-4F6A-AA3E-AF595316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B63B7-CB4C-4479-8F55-F18CB64E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AE558-526B-476D-9FD2-3C11A06D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A870-F943-44BE-9F6F-17D9CDF0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661B2-B384-4B36-8775-65BFD83B8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2BF5B-F023-4CB1-B637-2341F560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AD67A-F10B-4D75-8E37-56EBBC1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E9C1-F4D0-4EA7-81A5-F9415EDA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4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D1B1-80C1-4F77-8FC1-445C1ECC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4708-41E8-4193-85DA-75CDCA60D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FE00A-9FB0-4452-A4CE-15F04EE31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7A0C5-BCBE-47E8-B282-5A538789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7A168-C0D0-4312-9B26-6AD9CE98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B823-4FED-435D-91A8-28C29484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1AAF-FF04-4085-88E7-B499B0E3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8D281-33BB-4A23-BBE7-43F2FC780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B31A5-43F0-4B72-A0FC-09A20E76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E0147-9498-49F4-862A-23B2816C3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C8781-6672-4BE6-B261-11C5A4A4E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B29BE-46D9-4DDE-A65E-CBC7C52D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A6CB9-F757-4E47-AC8B-C4F9225D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EDB2B-C0A9-4A7E-970C-E2A70F62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6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3063-57C1-4CD3-A3AA-EA1583FB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357F6-0844-4F3C-B775-BD57B47B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5E92B-2923-4455-AD3A-4FE95B0A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D2246-2218-40C9-BD7F-CAFAF16F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7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8762C-240A-47F7-B1DA-CDA02EC8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AFD88-C295-4033-98BC-3CA440B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A6CC9-80CA-446E-9E1A-E11591EB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1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7B7B-A104-4C11-BC81-AC9E735E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7299-0AC3-4E6C-9FB0-6EC400CF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43ED0-79DA-4EEF-B3C4-6EF3F9B3E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67208-AE1B-411D-B039-B7E6CEF3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A267A-138E-4F84-9B0F-41CA24B4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B6AAC-CFD7-4D55-A101-0D9D4B2A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8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82A7-F29A-49EB-A2DA-D7DA36568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968B7-A628-4922-B860-2A42B04F2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4C2B5-9545-4E8D-B892-DEAE09998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2334A-CF55-4FF1-9201-D5F97162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0678E-B8B7-4E98-91F1-6AED3898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D330B-BEBF-4411-A51F-4CEBFB8B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5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F85F-7F82-434E-B02F-60CDDCB8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357F2-866C-4AE5-99DA-B8CFEFFAB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49FF-DA62-4598-A780-0EDCF86B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4291-84CB-40A1-8DF8-8B676A03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01AC-1B61-4C4A-A538-A2DE7A90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3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AB478-991E-42A4-BAF7-43BA37960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EB4B4-1A2B-45B8-A4FD-18D6E1DEB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C07B-6A29-4450-8718-B7FD1899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969C6-881B-49D1-AAE4-70449863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ED01C-36BD-49A2-8A2D-4304CB22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621DD-ADAC-46FF-8367-6DFDF4B4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5376D-C413-4B57-AA35-31A095557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256FD-2A67-43B7-9563-D769E87BF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BB78E-991F-452A-9C30-7DC49E90B75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675FC-5C10-4FC7-8863-6224DB74A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30E86-A24A-449F-8961-C40C7CDF9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22250-BEE8-47BA-AF14-8C0202038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F852A-ABB5-4CC5-ACDB-E912398B0CCC}"/>
              </a:ext>
            </a:extLst>
          </p:cNvPr>
          <p:cNvSpPr txBox="1"/>
          <p:nvPr/>
        </p:nvSpPr>
        <p:spPr>
          <a:xfrm>
            <a:off x="4398783" y="146736"/>
            <a:ext cx="4079449" cy="25853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User {</a:t>
            </a:r>
          </a:p>
          <a:p>
            <a:r>
              <a:rPr lang="en-US" dirty="0"/>
              <a:t>    private int </a:t>
            </a:r>
            <a:r>
              <a:rPr lang="en-US" dirty="0" err="1"/>
              <a:t>userId</a:t>
            </a:r>
            <a:r>
              <a:rPr lang="en-US" dirty="0"/>
              <a:t>;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String email;</a:t>
            </a:r>
          </a:p>
          <a:p>
            <a:r>
              <a:rPr lang="en-US" dirty="0"/>
              <a:t>    private String password;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profileImage</a:t>
            </a:r>
            <a:r>
              <a:rPr lang="en-US" dirty="0"/>
              <a:t>;</a:t>
            </a:r>
          </a:p>
          <a:p>
            <a:r>
              <a:rPr lang="en-US" dirty="0"/>
              <a:t>    private String status; // active/inactive</a:t>
            </a:r>
          </a:p>
          <a:p>
            <a:r>
              <a:rPr lang="en-US" dirty="0"/>
              <a:t>    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246D8-D93A-41A4-B40F-16AE249D8DDC}"/>
              </a:ext>
            </a:extLst>
          </p:cNvPr>
          <p:cNvSpPr txBox="1"/>
          <p:nvPr/>
        </p:nvSpPr>
        <p:spPr>
          <a:xfrm>
            <a:off x="8568965" y="146736"/>
            <a:ext cx="3419573" cy="230832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Admin {</a:t>
            </a:r>
          </a:p>
          <a:p>
            <a:r>
              <a:rPr lang="en-US" dirty="0"/>
              <a:t>    private int </a:t>
            </a:r>
            <a:r>
              <a:rPr lang="en-US" dirty="0" err="1"/>
              <a:t>adminId</a:t>
            </a:r>
            <a:r>
              <a:rPr lang="en-US" dirty="0"/>
              <a:t>;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String email;</a:t>
            </a:r>
          </a:p>
          <a:p>
            <a:r>
              <a:rPr lang="en-US" dirty="0"/>
              <a:t>    private String password;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profileImage</a:t>
            </a:r>
            <a:r>
              <a:rPr lang="en-US" dirty="0"/>
              <a:t>;</a:t>
            </a:r>
          </a:p>
          <a:p>
            <a:r>
              <a:rPr lang="en-US" dirty="0"/>
              <a:t>    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3B00B-0B61-40FB-A369-FA5E9622D744}"/>
              </a:ext>
            </a:extLst>
          </p:cNvPr>
          <p:cNvSpPr txBox="1"/>
          <p:nvPr/>
        </p:nvSpPr>
        <p:spPr>
          <a:xfrm>
            <a:off x="593497" y="146736"/>
            <a:ext cx="3708269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Movie {</a:t>
            </a:r>
          </a:p>
          <a:p>
            <a:r>
              <a:rPr lang="en-US" dirty="0"/>
              <a:t>    private int </a:t>
            </a:r>
            <a:r>
              <a:rPr lang="en-US" dirty="0" err="1"/>
              <a:t>movieId</a:t>
            </a:r>
            <a:r>
              <a:rPr lang="en-US" dirty="0"/>
              <a:t>;</a:t>
            </a:r>
          </a:p>
          <a:p>
            <a:r>
              <a:rPr lang="en-US" dirty="0"/>
              <a:t>    private String title;</a:t>
            </a:r>
          </a:p>
          <a:p>
            <a:r>
              <a:rPr lang="en-US" dirty="0"/>
              <a:t>    private String description;</a:t>
            </a:r>
          </a:p>
          <a:p>
            <a:r>
              <a:rPr lang="en-US" dirty="0"/>
              <a:t>    private Date </a:t>
            </a:r>
            <a:r>
              <a:rPr lang="en-US" dirty="0" err="1"/>
              <a:t>releaseDate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movieFileUrl</a:t>
            </a:r>
            <a:r>
              <a:rPr lang="en-US" dirty="0"/>
              <a:t>; </a:t>
            </a:r>
          </a:p>
          <a:p>
            <a:r>
              <a:rPr lang="en-US" dirty="0"/>
              <a:t>    private List&lt;Genre&gt; genres;</a:t>
            </a:r>
          </a:p>
          <a:p>
            <a:r>
              <a:rPr lang="en-US" dirty="0"/>
              <a:t>    private List&lt;Cast&gt; </a:t>
            </a:r>
            <a:r>
              <a:rPr lang="en-US" dirty="0" err="1"/>
              <a:t>castList</a:t>
            </a:r>
            <a:r>
              <a:rPr lang="en-US" dirty="0"/>
              <a:t>;</a:t>
            </a:r>
          </a:p>
          <a:p>
            <a:r>
              <a:rPr lang="en-US" dirty="0"/>
              <a:t>    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2BABA-731C-423D-AAE2-6B486CFFA60B}"/>
              </a:ext>
            </a:extLst>
          </p:cNvPr>
          <p:cNvSpPr txBox="1"/>
          <p:nvPr/>
        </p:nvSpPr>
        <p:spPr>
          <a:xfrm>
            <a:off x="593497" y="3198118"/>
            <a:ext cx="3161907" cy="2031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Cast {</a:t>
            </a:r>
          </a:p>
          <a:p>
            <a:r>
              <a:rPr lang="en-US" dirty="0"/>
              <a:t>    private int </a:t>
            </a:r>
            <a:r>
              <a:rPr lang="en-US" dirty="0" err="1"/>
              <a:t>castId</a:t>
            </a:r>
            <a:r>
              <a:rPr lang="en-US" dirty="0"/>
              <a:t>;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String nationality;</a:t>
            </a:r>
          </a:p>
          <a:p>
            <a:r>
              <a:rPr lang="en-US" dirty="0"/>
              <a:t>    private </a:t>
            </a:r>
            <a:r>
              <a:rPr lang="en-US" dirty="0" err="1"/>
              <a:t>dateOfBirth</a:t>
            </a:r>
            <a:r>
              <a:rPr lang="en-US" dirty="0"/>
              <a:t> date;</a:t>
            </a:r>
          </a:p>
          <a:p>
            <a:r>
              <a:rPr lang="en-US" dirty="0"/>
              <a:t>    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27901-0193-48B4-A6F1-270DE9804DA1}"/>
              </a:ext>
            </a:extLst>
          </p:cNvPr>
          <p:cNvSpPr txBox="1"/>
          <p:nvPr/>
        </p:nvSpPr>
        <p:spPr>
          <a:xfrm>
            <a:off x="3905053" y="3134937"/>
            <a:ext cx="3161907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Director {</a:t>
            </a:r>
          </a:p>
          <a:p>
            <a:r>
              <a:rPr lang="en-US" dirty="0"/>
              <a:t>    private int </a:t>
            </a:r>
            <a:r>
              <a:rPr lang="en-US" dirty="0" err="1"/>
              <a:t>directorId</a:t>
            </a:r>
            <a:r>
              <a:rPr lang="en-US" dirty="0"/>
              <a:t>;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String nationality;</a:t>
            </a:r>
          </a:p>
          <a:p>
            <a:r>
              <a:rPr lang="en-US" dirty="0"/>
              <a:t>    private </a:t>
            </a:r>
            <a:r>
              <a:rPr lang="en-US" dirty="0" err="1"/>
              <a:t>dateOfBirth</a:t>
            </a:r>
            <a:r>
              <a:rPr lang="en-US" dirty="0"/>
              <a:t> date;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2ECF9-9D9F-462D-8082-B43D9DD1CE4B}"/>
              </a:ext>
            </a:extLst>
          </p:cNvPr>
          <p:cNvSpPr txBox="1"/>
          <p:nvPr/>
        </p:nvSpPr>
        <p:spPr>
          <a:xfrm>
            <a:off x="3905053" y="5233936"/>
            <a:ext cx="3161907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Genre {</a:t>
            </a:r>
          </a:p>
          <a:p>
            <a:r>
              <a:rPr lang="en-US" dirty="0"/>
              <a:t>    private int </a:t>
            </a:r>
            <a:r>
              <a:rPr lang="en-US" dirty="0" err="1"/>
              <a:t>genreId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genreName</a:t>
            </a:r>
            <a:r>
              <a:rPr lang="en-US" dirty="0"/>
              <a:t>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6231F-78E7-4C65-A2F1-63454E829097}"/>
              </a:ext>
            </a:extLst>
          </p:cNvPr>
          <p:cNvSpPr txBox="1"/>
          <p:nvPr/>
        </p:nvSpPr>
        <p:spPr>
          <a:xfrm>
            <a:off x="7455816" y="3248779"/>
            <a:ext cx="4252274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SubscriptionPackage</a:t>
            </a:r>
            <a:r>
              <a:rPr lang="en-US" dirty="0"/>
              <a:t> {</a:t>
            </a:r>
          </a:p>
          <a:p>
            <a:r>
              <a:rPr lang="en-US" dirty="0"/>
              <a:t>    private int </a:t>
            </a:r>
            <a:r>
              <a:rPr lang="en-US" dirty="0" err="1"/>
              <a:t>packageId</a:t>
            </a:r>
            <a:r>
              <a:rPr lang="en-US" dirty="0"/>
              <a:t>;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double price;</a:t>
            </a:r>
          </a:p>
          <a:p>
            <a:r>
              <a:rPr lang="en-US" dirty="0"/>
              <a:t>    private int </a:t>
            </a:r>
            <a:r>
              <a:rPr lang="en-US" dirty="0" err="1"/>
              <a:t>durationDays</a:t>
            </a:r>
            <a:r>
              <a:rPr lang="en-US" dirty="0"/>
              <a:t>; // e.g., 30 days</a:t>
            </a:r>
          </a:p>
          <a:p>
            <a:r>
              <a:rPr lang="en-US" dirty="0"/>
              <a:t>    private String description;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444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08E978-C162-4A3C-8E5E-0BCB1F30FF96}"/>
              </a:ext>
            </a:extLst>
          </p:cNvPr>
          <p:cNvSpPr txBox="1"/>
          <p:nvPr/>
        </p:nvSpPr>
        <p:spPr>
          <a:xfrm>
            <a:off x="341722" y="122548"/>
            <a:ext cx="3127342" cy="258532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Subscription {</a:t>
            </a:r>
          </a:p>
          <a:p>
            <a:r>
              <a:rPr lang="en-US" dirty="0"/>
              <a:t>    private int </a:t>
            </a:r>
            <a:r>
              <a:rPr lang="en-US" dirty="0" err="1"/>
              <a:t>subscriptionId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userId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packageId</a:t>
            </a:r>
            <a:r>
              <a:rPr lang="en-US" dirty="0"/>
              <a:t>;</a:t>
            </a:r>
          </a:p>
          <a:p>
            <a:r>
              <a:rPr lang="en-US" dirty="0"/>
              <a:t>    private Date </a:t>
            </a:r>
            <a:r>
              <a:rPr lang="en-US" dirty="0" err="1"/>
              <a:t>startDate</a:t>
            </a:r>
            <a:r>
              <a:rPr lang="en-US" dirty="0"/>
              <a:t>;</a:t>
            </a:r>
          </a:p>
          <a:p>
            <a:r>
              <a:rPr lang="en-US" dirty="0"/>
              <a:t>    private Date </a:t>
            </a:r>
            <a:r>
              <a:rPr lang="en-US" dirty="0" err="1"/>
              <a:t>endDate</a:t>
            </a:r>
            <a:r>
              <a:rPr lang="en-US" dirty="0"/>
              <a:t>;</a:t>
            </a:r>
          </a:p>
          <a:p>
            <a:r>
              <a:rPr lang="en-US" dirty="0"/>
              <a:t>    private String status; 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6C5BF-8077-4A1A-BD25-4F5CD8239F82}"/>
              </a:ext>
            </a:extLst>
          </p:cNvPr>
          <p:cNvSpPr txBox="1"/>
          <p:nvPr/>
        </p:nvSpPr>
        <p:spPr>
          <a:xfrm>
            <a:off x="3725945" y="122548"/>
            <a:ext cx="3306451" cy="258532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Review {</a:t>
            </a:r>
          </a:p>
          <a:p>
            <a:r>
              <a:rPr lang="en-US" dirty="0"/>
              <a:t>    private int </a:t>
            </a:r>
            <a:r>
              <a:rPr lang="en-US" dirty="0" err="1"/>
              <a:t>reviewId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userId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movieId</a:t>
            </a:r>
            <a:r>
              <a:rPr lang="en-US" dirty="0"/>
              <a:t>;</a:t>
            </a:r>
          </a:p>
          <a:p>
            <a:r>
              <a:rPr lang="en-US" dirty="0"/>
              <a:t>    private String comment;</a:t>
            </a:r>
          </a:p>
          <a:p>
            <a:r>
              <a:rPr lang="en-US" dirty="0"/>
              <a:t>    private int rating; // 1-5 stars</a:t>
            </a:r>
          </a:p>
          <a:p>
            <a:r>
              <a:rPr lang="en-US" dirty="0"/>
              <a:t>    private Date </a:t>
            </a:r>
            <a:r>
              <a:rPr lang="en-US" dirty="0" err="1"/>
              <a:t>reviewDate</a:t>
            </a:r>
            <a:r>
              <a:rPr lang="en-US" dirty="0"/>
              <a:t>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1A177-DB0A-4C3A-A301-4CDC4F9017A0}"/>
              </a:ext>
            </a:extLst>
          </p:cNvPr>
          <p:cNvSpPr txBox="1"/>
          <p:nvPr/>
        </p:nvSpPr>
        <p:spPr>
          <a:xfrm>
            <a:off x="7364691" y="122547"/>
            <a:ext cx="3645816" cy="2585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Payment {</a:t>
            </a:r>
          </a:p>
          <a:p>
            <a:r>
              <a:rPr lang="en-US" dirty="0"/>
              <a:t>    private int </a:t>
            </a:r>
            <a:r>
              <a:rPr lang="en-US" dirty="0" err="1"/>
              <a:t>paymentId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userId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subscriptionId</a:t>
            </a:r>
            <a:r>
              <a:rPr lang="en-US" dirty="0"/>
              <a:t>;</a:t>
            </a:r>
          </a:p>
          <a:p>
            <a:r>
              <a:rPr lang="en-US" dirty="0"/>
              <a:t>    private double amount;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paymentMethod</a:t>
            </a:r>
            <a:r>
              <a:rPr lang="en-US" dirty="0"/>
              <a:t>;</a:t>
            </a:r>
          </a:p>
          <a:p>
            <a:r>
              <a:rPr lang="en-US" dirty="0"/>
              <a:t>    private Date </a:t>
            </a:r>
            <a:r>
              <a:rPr lang="en-US" dirty="0" err="1"/>
              <a:t>paymentDate</a:t>
            </a:r>
            <a:r>
              <a:rPr lang="en-US" dirty="0"/>
              <a:t>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ECA3C-EDFA-43B8-8D79-FF88C2218534}"/>
              </a:ext>
            </a:extLst>
          </p:cNvPr>
          <p:cNvSpPr txBox="1"/>
          <p:nvPr/>
        </p:nvSpPr>
        <p:spPr>
          <a:xfrm>
            <a:off x="341722" y="2874704"/>
            <a:ext cx="3127342" cy="17543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public class Watchlist {</a:t>
            </a:r>
          </a:p>
          <a:p>
            <a:r>
              <a:rPr lang="en-US" dirty="0"/>
              <a:t>    private int </a:t>
            </a:r>
            <a:r>
              <a:rPr lang="en-US" dirty="0" err="1"/>
              <a:t>watchlistId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userId</a:t>
            </a:r>
            <a:r>
              <a:rPr lang="en-US" dirty="0"/>
              <a:t>;</a:t>
            </a:r>
          </a:p>
          <a:p>
            <a:r>
              <a:rPr lang="en-US" dirty="0"/>
              <a:t>    private int </a:t>
            </a:r>
            <a:r>
              <a:rPr lang="en-US" dirty="0" err="1"/>
              <a:t>movieId</a:t>
            </a:r>
            <a:r>
              <a:rPr lang="en-US" dirty="0"/>
              <a:t>;</a:t>
            </a:r>
          </a:p>
          <a:p>
            <a:r>
              <a:rPr lang="en-US" dirty="0"/>
              <a:t>// Getters &amp; Setters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239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76DFF-7B2D-4795-B230-1F09705641E7}"/>
              </a:ext>
            </a:extLst>
          </p:cNvPr>
          <p:cNvSpPr txBox="1"/>
          <p:nvPr/>
        </p:nvSpPr>
        <p:spPr>
          <a:xfrm>
            <a:off x="2095892" y="1477881"/>
            <a:ext cx="8396141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/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283303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785CE-0C8C-4F6A-8A2F-F8009D30A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005" y="0"/>
            <a:ext cx="7619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8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5D77D1-1671-410F-90DB-87FB20D5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715" y="0"/>
            <a:ext cx="6312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7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89688-6C77-4974-B2D9-5720C782E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17" y="0"/>
            <a:ext cx="9033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8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6E1D9-53E6-4FF2-A29E-DAC08211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98" y="0"/>
            <a:ext cx="11298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18869-FF30-4BB8-83B6-76974F804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7" y="1474253"/>
            <a:ext cx="10994660" cy="269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2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4DF74B-3FFB-4C51-8BFF-F2937C3BB61C}"/>
              </a:ext>
            </a:extLst>
          </p:cNvPr>
          <p:cNvSpPr txBox="1"/>
          <p:nvPr/>
        </p:nvSpPr>
        <p:spPr>
          <a:xfrm>
            <a:off x="3000865" y="1543868"/>
            <a:ext cx="6671035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660117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CB056E-F775-4D10-98EA-173F9C9A8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14" y="505550"/>
            <a:ext cx="4828769" cy="5337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812A60-0BED-441E-A78A-268024A8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529" y="621419"/>
            <a:ext cx="4248743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7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1A158-4353-480F-B444-EC16832E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4" y="937463"/>
            <a:ext cx="4515480" cy="5106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8029AE-53FD-4615-9B8D-DB1A0A7BC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453" y="868999"/>
            <a:ext cx="7135824" cy="51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4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67143-26CC-41DA-8A22-6A5C3C3FC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6" y="965874"/>
            <a:ext cx="5963482" cy="3229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AFD524-FDF9-4F7F-9483-EB1A2AEE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540" y="734342"/>
            <a:ext cx="525853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9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03916-EF9A-4AE9-8EE5-5DB079D03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1" y="773541"/>
            <a:ext cx="5611008" cy="5858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B96FA6-8423-47A0-A62B-A03AAA8C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052" y="1058430"/>
            <a:ext cx="5893887" cy="474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8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15B62-49BA-4121-9F2E-3A33F559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74" y="348468"/>
            <a:ext cx="6354062" cy="3219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E62BF-73D2-45E7-B3D9-07F5BAE2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09" y="2208623"/>
            <a:ext cx="5518717" cy="440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23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112D2-C604-405C-9187-A19530987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1690445"/>
            <a:ext cx="567769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7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395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Nyi Nyi Nyi</dc:creator>
  <cp:lastModifiedBy>Nyi Nyi Nyi</cp:lastModifiedBy>
  <cp:revision>1</cp:revision>
  <dcterms:created xsi:type="dcterms:W3CDTF">2025-08-20T03:45:57Z</dcterms:created>
  <dcterms:modified xsi:type="dcterms:W3CDTF">2025-08-20T04:20:44Z</dcterms:modified>
</cp:coreProperties>
</file>